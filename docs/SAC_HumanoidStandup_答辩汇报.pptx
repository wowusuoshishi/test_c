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开场先说明任务：让躺在地上的人形机器人用连续关节力矩站起来。强调本次结果来自 AutoDL 服务器，并由 manifest 和 SHA256 校验。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先区分环境原生空间和策略输入。Gymnasium 默认是 348 维，但上游代码保留了前 45 维；这一步必须在答辩中主动说明。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 SAC 先讲成一个循环：观测进入 actor，动作进入环境，奖励和下一状态进入 replay buffer；训练时再从 buffer 随机取样。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这一页只讲一个公式：SAC 的“soft”来自熵项。对于连续关节控制，熵项能让策略在起身阶段保留探索；alpha 由目标熵自动调节。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按四步讲更新：抽样、算 target、更新两个 Q、再更新 actor 和 alpha。双 critic 取最小值，target critic 用 tau 做软更新。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这里把代码中的 Actor、两个 Q 网络和 target Q 对应起来。重参数化让 actor 可以反向传播通过随机采样。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参数不只是背诵：gamma 决定远期目标，tau 决定 target 稳定性，alpha 决定探索，learning_starts 防止一开始用高度相关的数据更新。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 SAC 的改进拆成四条线：动作空间、Q 过估计、探索方式、熵温度。Double-DQN 的“分离选择与评价”在连续 SAC 中对应 twin critics 的 min。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这页是算法选择的理由。特别说明“只坐起来”的失败并不一定是代码错误，也可能是探索、奖励和评估判据共同作用的结果。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这一页让老师看到代码不是一团黑盒：训练、评估、选模、汇总、绘图各自职责清楚，并且保留了 CleanRL 的算法对照。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展示真实仓库曲线和 manifest 的汇总数字。先播放仓库中的 seed43 成功视频，再解释 18.5M 是按逐检查点评估规则保留的最佳 checkpoint。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结尾给出一条可复现命令和三类参考资料。强调 docs 中明确记录了观测切片、单训练 seed 和最终 best model 的选取规则。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6012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HumanoidStandup-v5 的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Actor-Critic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24871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连续控制 · 最大熵探索 · 可追溯复现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566928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1722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课程考核项目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818120" y="841248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163B5C"/>
          </a:solidFill>
          <a:ln w="10160">
            <a:solidFill>
              <a:srgbClr val="163B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25128" y="1207008"/>
            <a:ext cx="932688" cy="932688"/>
          </a:xfrm>
          <a:prstGeom prst="ellipse">
            <a:avLst/>
          </a:prstGeom>
          <a:solidFill>
            <a:srgbClr val="F6BD60"/>
          </a:solidFill>
          <a:ln w="12700">
            <a:solidFill>
              <a:srgbClr val="F6BD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22208" y="2267712"/>
            <a:ext cx="1938528" cy="1417320"/>
          </a:xfrm>
          <a:prstGeom prst="roundRect">
            <a:avLst>
              <a:gd name="adj" fmla="val 7742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3685032"/>
            <a:ext cx="-411480" cy="868680"/>
          </a:xfrm>
          <a:prstGeom prst="line">
            <a:avLst/>
          </a:prstGeom>
          <a:noFill/>
          <a:ln w="76200">
            <a:solidFill>
              <a:srgbClr val="8BE0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204704" y="3685032"/>
            <a:ext cx="411480" cy="868680"/>
          </a:xfrm>
          <a:prstGeom prst="line">
            <a:avLst/>
          </a:prstGeom>
          <a:noFill/>
          <a:ln w="76200">
            <a:solidFill>
              <a:srgbClr val="8BE0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87968" y="2487168"/>
            <a:ext cx="-804672" cy="411480"/>
          </a:xfrm>
          <a:prstGeom prst="line">
            <a:avLst/>
          </a:prstGeom>
          <a:noFill/>
          <a:ln w="63500">
            <a:solidFill>
              <a:srgbClr val="8BE0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4976" y="2487168"/>
            <a:ext cx="804672" cy="411480"/>
          </a:xfrm>
          <a:prstGeom prst="line">
            <a:avLst/>
          </a:prstGeom>
          <a:noFill/>
          <a:ln w="63500">
            <a:solidFill>
              <a:srgbClr val="8BE0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45994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MuJoCo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torque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224528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1D4668"/>
          </a:solidFill>
          <a:ln w="10160">
            <a:solidFill>
              <a:srgbClr val="1D46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4379976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348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32104" y="4818888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默认观测维度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59152" y="4224528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1D4668"/>
          </a:solidFill>
          <a:ln w="10160">
            <a:solidFill>
              <a:srgbClr val="1D46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05456" y="4379976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6B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2505456" y="4818888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连续动作维度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32504" y="4224528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1D4668"/>
          </a:solidFill>
          <a:ln w="10160">
            <a:solidFill>
              <a:srgbClr val="1D46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78808" y="4379976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8B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4178808" y="4818888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正式训练步数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561441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6B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成功视频：artifacts/videos/humanoid_standup_best_18500000_seed43.mp4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59253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基于上游仓库固定提交与服务器 manifest 的复现实验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· HumanoidStandup-v5    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任务环境：从躺下到站立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ENVIRONMENT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5257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HumanoidStandup-v5 的动作是 17 维连续关节力矩。默认观测由位置、速度、惯性、接触力等组成；机器人必须在 MuJoCo 物理约束下完成起身。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226771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" y="2423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348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9224" y="2862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obs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67712" y="226771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14016" y="2423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414016" y="2862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torque 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32504" y="226771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78808" y="2423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±0.4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178808" y="2862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bounds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73952" y="1060704"/>
            <a:ext cx="5193792" cy="4389120"/>
          </a:xfrm>
          <a:prstGeom prst="roundRect">
            <a:avLst>
              <a:gd name="adj" fmla="val 1667"/>
            </a:avLst>
          </a:prstGeom>
          <a:solidFill>
            <a:srgbClr val="EAF4F7"/>
          </a:solidFill>
          <a:ln w="10160">
            <a:solidFill>
              <a:srgbClr val="EA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9712" y="1554480"/>
            <a:ext cx="199339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67728" y="175564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qpos / qvel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67728" y="211226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位置与速度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17152" y="1554480"/>
            <a:ext cx="199339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45168" y="175564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cinert / cvel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45168" y="211226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惯性与速度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39712" y="2907792"/>
            <a:ext cx="199339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67728" y="3108960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qfrc_actuator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7728" y="34655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执行器力矩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17152" y="2907792"/>
            <a:ext cx="199339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45168" y="3108960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cfrc_ext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45168" y="34655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外部接触力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34656" y="4343400"/>
            <a:ext cx="3657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876288" y="471830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任务目标：最后阶段仍保持 torso height ≥ 1.2 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4892040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本项目为严格复现，上游 wrapper 只把输入截为前 45 个观测值；环境动作和物理仍是 v5。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· HumanoidStandup-v5   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强化学习闭环：策略如何与机器人交互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RL LOOP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8105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102A43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6152" y="1572768"/>
            <a:ext cx="566928" cy="56692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3584" y="174650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0664" y="21762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机器人状态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59736" y="2331720"/>
            <a:ext cx="347472" cy="310896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828800"/>
            <a:ext cx="18105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1572768"/>
            <a:ext cx="566928" cy="5669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174650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72384" y="21762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输出动作分布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91456" y="2331720"/>
            <a:ext cx="347472" cy="310896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1828800"/>
            <a:ext cx="18105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79592" y="1572768"/>
            <a:ext cx="566928" cy="5669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7024" y="174650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04104" y="21762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维力矩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送进 MuJoCo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23176" y="2331720"/>
            <a:ext cx="347472" cy="310896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1828800"/>
            <a:ext cx="18105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4CC9F0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11312" y="1572768"/>
            <a:ext cx="566928" cy="56692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174650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35824" y="21762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物理仿真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更新状态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454896" y="2331720"/>
            <a:ext cx="347472" cy="310896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21240" y="1828800"/>
            <a:ext cx="18105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76F51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543032" y="1572768"/>
            <a:ext cx="566928" cy="56692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70464" y="174650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rₜ, sₜ₊₁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67544" y="21762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奖励与下一状态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写入 buffer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901952" y="4160520"/>
            <a:ext cx="8394192" cy="1051560"/>
          </a:xfrm>
          <a:prstGeom prst="roundRect">
            <a:avLst>
              <a:gd name="adj" fmla="val 6957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21992" y="44256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buffer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67328" y="44439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(s, a, r, s′, done)  →  随机抽 batch  →  更新 critic / actor / alpha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221992" y="480060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off-policy 的关键：旧数据可以被反复利用，减少昂贵的 MuJoCo 交互次数。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· HumanoidStandup-v5   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的核心：奖励之外，还最大化熵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B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maximum entropy objective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6583680" cy="1828800"/>
          </a:xfrm>
          <a:prstGeom prst="roundRect">
            <a:avLst>
              <a:gd name="adj" fmla="val 4000"/>
            </a:avLst>
          </a:prstGeom>
          <a:solidFill>
            <a:srgbClr val="163B5C"/>
          </a:solidFill>
          <a:ln w="10160">
            <a:solidFill>
              <a:srgbClr val="163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90195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BD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J(π) = E [ Σ γᵗ ( rₜ + α H(π(·|sₜ)) ) ]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" y="2532888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高奖励       +       高熵（保留探索）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39319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奖励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54480" y="3950208"/>
            <a:ext cx="3520440" cy="182880"/>
          </a:xfrm>
          <a:prstGeom prst="roundRect">
            <a:avLst>
              <a:gd name="adj" fmla="val 40000"/>
            </a:avLst>
          </a:prstGeom>
          <a:solidFill>
            <a:srgbClr val="274C6B"/>
          </a:solidFill>
          <a:ln w="12700">
            <a:solidFill>
              <a:srgbClr val="274C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3950208"/>
            <a:ext cx="2534717" cy="182880"/>
          </a:xfrm>
          <a:prstGeom prst="roundRect">
            <a:avLst>
              <a:gd name="adj" fmla="val 40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21808" y="39136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站得高、站得久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47731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54480" y="4791456"/>
            <a:ext cx="3520440" cy="182880"/>
          </a:xfrm>
          <a:prstGeom prst="roundRect">
            <a:avLst>
              <a:gd name="adj" fmla="val 40000"/>
            </a:avLst>
          </a:prstGeom>
          <a:solidFill>
            <a:srgbClr val="274C6B"/>
          </a:solidFill>
          <a:ln w="12700">
            <a:solidFill>
              <a:srgbClr val="274C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4791456"/>
            <a:ext cx="1619402" cy="182880"/>
          </a:xfrm>
          <a:prstGeom prst="roundRect">
            <a:avLst>
              <a:gd name="adj" fmla="val 4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4754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不要过早锁死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45552" y="1417320"/>
            <a:ext cx="3639312" cy="4370832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自动调节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11312" y="23591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本项目不是手工固定熵系数，而是让实际策略熵靠近目标熵。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30768" y="3328416"/>
            <a:ext cx="1993392" cy="1993392"/>
          </a:xfrm>
          <a:prstGeom prst="ellipse">
            <a:avLst/>
          </a:prstGeom>
          <a:solidFill>
            <a:srgbClr val="EAF4F7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0808" y="3840480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−17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· HumanoidStandup-v5   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 SAC 更新做了什么？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UPDATE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536192"/>
            <a:ext cx="694944" cy="69494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3736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14904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buffer 抽样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(s, a, r, s′, done)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536192"/>
            <a:ext cx="694944" cy="6949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73736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06640" y="14904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 target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0664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min(Q₁ᵗ, Q₂ᵗ) − α logπ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182112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3483864"/>
            <a:ext cx="694944" cy="69494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685032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34381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更新双 critic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3913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MSE(Q₁, y) + MSE(Q₂, y)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182112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3483864"/>
            <a:ext cx="694944" cy="69494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3685032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06640" y="34381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 actor / α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06640" y="3913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logπ − min(Q₁,Q₂)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285232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EAF4F7"/>
          </a:solidFill>
          <a:ln w="10160">
            <a:solidFill>
              <a:srgbClr val="EAF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486400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critic 软更新： θtarget ← τ θ + (1−τ) θtarget，τ=0.005 让 bootstrap 目标缓慢变化。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· HumanoidStandup-v5   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网络结构：一个随机 Actor，两个 Critic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ARCHITECTURE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85800" y="1078992"/>
            <a:ext cx="1993392" cy="422452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15568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观测 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197510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维输入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（上游切片）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70432" y="3017520"/>
            <a:ext cx="1005840" cy="768096"/>
          </a:xfrm>
          <a:prstGeom prst="roundRect">
            <a:avLst>
              <a:gd name="adj" fmla="val 95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32552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256→256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42519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作为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两个分支输入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52928" y="2779776"/>
            <a:ext cx="420624" cy="310896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1078992"/>
            <a:ext cx="2880360" cy="4224528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52544" y="1426464"/>
            <a:ext cx="1042416" cy="274320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52544" y="1476756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πθ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59352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μ(s), log σ(s)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30752" y="2633472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~ N(0,1)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tanh(μ+σ ε)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动作缩放到 [-0.4,0.4]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51376" y="4251960"/>
            <a:ext cx="1389888" cy="54864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444398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∈ R¹⁷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64808" y="2779776"/>
            <a:ext cx="420624" cy="310896"/>
          </a:xfrm>
          <a:prstGeom prst="chevron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22592" y="1078992"/>
            <a:ext cx="4462272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86216" y="1426464"/>
            <a:ext cx="1243584" cy="274320"/>
          </a:xfrm>
          <a:prstGeom prst="roundRect">
            <a:avLst>
              <a:gd name="adj" fmla="val 40000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86216" y="1476756"/>
            <a:ext cx="1243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critics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89520" y="2148840"/>
            <a:ext cx="1389888" cy="1005840"/>
          </a:xfrm>
          <a:prstGeom prst="roundRect">
            <a:avLst>
              <a:gd name="adj" fmla="val 7273"/>
            </a:avLst>
          </a:prstGeom>
          <a:solidFill>
            <a:srgbClr val="EAF4F7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246888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Q₁(s,a)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619488" y="2148840"/>
            <a:ext cx="1389888" cy="1005840"/>
          </a:xfrm>
          <a:prstGeom prst="roundRect">
            <a:avLst>
              <a:gd name="adj" fmla="val 7273"/>
            </a:avLst>
          </a:prstGeom>
          <a:solidFill>
            <a:srgbClr val="EAF4F7"/>
          </a:solidFill>
          <a:ln w="10160">
            <a:solidFill>
              <a:srgbClr val="E76F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56648" y="246888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Q₂(s,a)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549640" y="34930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critics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52360" y="3995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r + γ [ min(Q₁ᵗ,Q₂ᵗ) − α logπ ]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525512" y="468172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减少过估计；target 网络只缓慢追踪 online 网络。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· HumanoidStandup-v5   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主要参数：每个数字都对应一个稳定性选择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PARAMETERS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85800" y="1207008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5331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total_timesteps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14600" y="13350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25,000,000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13533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训练预算；正式实验步数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258568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EAF4F7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40487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buffer_size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23865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1,000,000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240487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最多保存 transition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310128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45643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learning_starts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34381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34564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先收集随机经验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361688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EAF4F7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50799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batch_size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44897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0" y="450799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每次更新的样本数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1207008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135331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learning_rate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83880" y="13350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3e−4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9760" y="13533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更新步长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2258568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EAF4F7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240487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 / tau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83880" y="23865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 / 0.005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09760" y="240487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长期回报 / 软更新速度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3310128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345643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ent_coef / target_entropy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83880" y="34381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/ −17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09760" y="34564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自动探索温度 / 17 维动作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4361688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EAF4F7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9672" y="450799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train_freq / gradient_steps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83880" y="44897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509760" y="450799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每步交互做一次更新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5669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调参原则：先确认环境/版本和奖励，再调整学习率、熵和训练预算；不要同时改动所有参数。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292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· HumanoidStandup-v5   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与其他算法：改进在哪里？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COMPARISON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30352" y="132588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52606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2728" y="1691640"/>
            <a:ext cx="621792" cy="62179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2728" y="189280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4944" y="254203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952" y="315468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离散动作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ε-greedy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 Q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3272" y="4873752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62072" y="132588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4448" y="1691640"/>
            <a:ext cx="621792" cy="62179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189280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26664" y="254203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Double-DQN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90672" y="315468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离散动作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分离选/评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减小过估计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64992" y="4873752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93792" y="132588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16168" y="1691640"/>
            <a:ext cx="621792" cy="6217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16168" y="189280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58384" y="254203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DDPG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22392" y="315468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连续动作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确定性 actor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外加噪声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96712" y="4873752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25512" y="132588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E76F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47888" y="1691640"/>
            <a:ext cx="621792" cy="62179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7888" y="189280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90104" y="254203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754112" y="315468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连续动作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 Q + 延迟 actor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目标策略平滑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28432" y="4873752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57232" y="132588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79608" y="1691640"/>
            <a:ext cx="621792" cy="6217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9608" y="189280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021824" y="254203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085832" y="315468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连续动作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 actor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 Q + 最大熵 + auto α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360152" y="4873752"/>
            <a:ext cx="1051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适合本任务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" y="583387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核心演进：离散 → 连续；单 Q → 双 Q；外加噪声 → 策略内生探索；固定 α → 自动 α。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· HumanoidStandup-v5   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 SAC 适合人形站立？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B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design choices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163B5C"/>
          </a:solidFill>
          <a:ln w="10160">
            <a:solidFill>
              <a:srgbClr val="16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55648"/>
            <a:ext cx="713232" cy="7132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933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984248" y="166420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连续力矩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84248" y="2075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维动作不能直接枚举，SAC 的高斯 actor 可以直接输出关节力矩。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37160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163B5C"/>
          </a:solidFill>
          <a:ln w="10160">
            <a:solidFill>
              <a:srgbClr val="163B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755648"/>
            <a:ext cx="713232" cy="713232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9933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653528" y="166420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探索需要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53528" y="20756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起身有很多尝试路径，最大熵避免策略太早收敛到“只坐起来”。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401568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163B5C"/>
          </a:solidFill>
          <a:ln w="10160">
            <a:solidFill>
              <a:srgbClr val="163B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785616"/>
            <a:ext cx="713232" cy="713232"/>
          </a:xfrm>
          <a:prstGeom prst="ellipse">
            <a:avLst/>
          </a:prstGeom>
          <a:solidFill>
            <a:srgbClr val="8BE0D4"/>
          </a:solidFill>
          <a:ln w="12700">
            <a:solidFill>
              <a:srgbClr val="8BE0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02336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984248" y="369417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样本昂贵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84248" y="410565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off-policy replay 重复使用 MuJoCo transition，降低真实交互成本。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401568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163B5C"/>
          </a:solidFill>
          <a:ln w="10160">
            <a:solidFill>
              <a:srgbClr val="163B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3785616"/>
            <a:ext cx="713232" cy="713232"/>
          </a:xfrm>
          <a:prstGeom prst="ellipse">
            <a:avLst/>
          </a:prstGeom>
          <a:solidFill>
            <a:srgbClr val="F6BD60"/>
          </a:solidFill>
          <a:ln w="12700">
            <a:solidFill>
              <a:srgbClr val="F6BD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02336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53528" y="369417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价值更稳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53528" y="410565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Q + target network 抑制过估计和 bootstrap 震荡。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89788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B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注意：SAC 不是保证站立的魔法；奖励、观测、版本和评估判据必须同时记录。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· HumanoidStandup-v5   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代码地图：从训练到最终视频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IMPLEMENTATION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13232" y="1197864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4416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17320" y="1097280"/>
            <a:ext cx="9921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64208" y="1280160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78608" y="12710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SAC_train_reproduce.py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25312" y="1280160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创建环境、SAC、checkpoint、manifest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2093976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40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17320" y="1993392"/>
            <a:ext cx="9921240" cy="621792"/>
          </a:xfrm>
          <a:prstGeom prst="roundRect">
            <a:avLst>
              <a:gd name="adj" fmla="val 11765"/>
            </a:avLst>
          </a:prstGeom>
          <a:solidFill>
            <a:srgbClr val="EAF4F7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64208" y="2176272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8608" y="21671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evaluate_checkpoint.py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25312" y="217627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policy、高度/奖励、MP4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" y="2990088"/>
            <a:ext cx="438912" cy="43891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1363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17320" y="2889504"/>
            <a:ext cx="9921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64208" y="3072384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78608" y="30632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best_model_monitor.py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25312" y="3072384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seeds，按稳定站立优先排序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" y="3886200"/>
            <a:ext cx="438912" cy="43891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03250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417320" y="3785616"/>
            <a:ext cx="9921240" cy="621792"/>
          </a:xfrm>
          <a:prstGeom prst="roundRect">
            <a:avLst>
              <a:gd name="adj" fmla="val 11765"/>
            </a:avLst>
          </a:prstGeom>
          <a:solidFill>
            <a:srgbClr val="EAF4F7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64208" y="396849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汇总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78608" y="395935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summarize_evaluations.py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25312" y="3968496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→ CSV + 实验报告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3232" y="4782312"/>
            <a:ext cx="438912" cy="438912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92861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417320" y="4681728"/>
            <a:ext cx="9921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64208" y="4864608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绘图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578608" y="4855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plot_reproduction_results.py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25312" y="486460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真实日志 → 训练曲线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28800" y="566928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EAF4F7"/>
          </a:solidFill>
          <a:ln w="10160">
            <a:solidFill>
              <a:srgbClr val="EAF4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57400" y="5815584"/>
            <a:ext cx="8138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CleanRL 作为算法逐行对照；正式模型路径使用上游 SB3 实现，避免把“参考实现”和“实验实现”混为一谈。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· HumanoidStandup-v5 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真实实验结果：18.5M 是当前最佳检查点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RESULTS</a:t>
            </a:r>
            <a:endParaRPr lang="en-US" sz="800" dirty="0"/>
          </a:p>
        </p:txBody>
      </p:sp>
      <p:pic>
        <p:nvPicPr>
          <p:cNvPr id="4" name="Image 0" descr="C:\Users\17549\Desktop\西交考核任务\SACMujoco_HumanoidStandup-v5\Results\reproduction_training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15568"/>
            <a:ext cx="6473952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115568"/>
            <a:ext cx="4169664" cy="45262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9FB3C8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18120" y="14996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81812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18,500,000 steps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845552" y="2606040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25786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1.223 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18320" y="25968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seed43 末 100 步平均高度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45552" y="3227832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32004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400,101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418320" y="32186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seed43 episode return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45552" y="3849624"/>
            <a:ext cx="146304" cy="14630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0" y="38221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1.250 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418320" y="38404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seed43 最大躯干高度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45552" y="4471416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38160" y="444398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418320" y="44622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训练完成步数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18120" y="50749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 18.5M checkpoint 的代表性成功回合；选模同时参考回合末高度、奖励和逐回合评估记录。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· HumanoidStandup-v5  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复现清单与参考资料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B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reproducibility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5029200" cy="4315968"/>
          </a:xfrm>
          <a:prstGeom prst="roundRect">
            <a:avLst>
              <a:gd name="adj" fmla="val 1695"/>
            </a:avLst>
          </a:prstGeom>
          <a:solidFill>
            <a:srgbClr val="163B5C"/>
          </a:solidFill>
          <a:ln w="10160">
            <a:solidFill>
              <a:srgbClr val="163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673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服务器复现命令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4128" y="2240280"/>
            <a:ext cx="41148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humanoid_sac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reproduction/SAC_train_reproduce.py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--total-timesteps 25000000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--checkpoint-freq 500000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--seed 42 --device cuda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427939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检查：GPU 可用 · MuJoCo 可创建 · manifest 保存 · SHA256 校验 · 5-seed 评估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44768" y="1298448"/>
            <a:ext cx="5340096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73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三条核心参考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10528" y="2368296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24597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13448" y="23317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论文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6760" y="23500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最大熵 actor-critic 与自动温度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10528" y="3209544"/>
            <a:ext cx="310896" cy="31089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330098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13448" y="31729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Gymnasium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31912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HumanoidStandup-v5 的空间与任务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10528" y="4050792"/>
            <a:ext cx="310896" cy="3108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41422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13448" y="401421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CleanRL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66760" y="40325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连续动作 SAC 的单文件更新逻辑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10528" y="49194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完整链接、参数表、代码解释和限制已写入仓库 docs/。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29800" y="5989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6B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 · HumanoidStandup-v5   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Assessment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HumanoidStandup-v5 的 Soft Actor-Critic</dc:title>
  <dc:subject>SAC for Gymnasium MuJoCo HumanoidStandup-v5</dc:subject>
  <dc:creator>HumanoidStandup SAC reproduction</dc:creator>
  <cp:lastModifiedBy>HumanoidStandup SAC reproduction</cp:lastModifiedBy>
  <cp:revision>1</cp:revision>
  <dcterms:created xsi:type="dcterms:W3CDTF">2026-08-21T09:02:44Z</dcterms:created>
  <dcterms:modified xsi:type="dcterms:W3CDTF">2026-08-21T09:02:44Z</dcterms:modified>
</cp:coreProperties>
</file>